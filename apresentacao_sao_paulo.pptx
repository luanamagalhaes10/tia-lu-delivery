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Poppins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sz="20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sz="20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8975" y="3220700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Autor:</a:t>
            </a:r>
            <a:r>
              <a:rPr lang="pt-BR"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latin typeface="Poppins"/>
                <a:ea typeface="Poppins"/>
                <a:cs typeface="Poppins"/>
                <a:sym typeface="Poppins"/>
              </a:rPr>
              <a:t>Luana Magalhães Santos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>
                <a:latin typeface="Poppins"/>
                <a:ea typeface="Poppins"/>
                <a:cs typeface="Poppins"/>
                <a:sym typeface="Poppins"/>
              </a:rPr>
              <a:t>Tia Lu delivery - SP</a:t>
            </a:r>
            <a:endParaRPr sz="36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653975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Vitória da Conquista</a:t>
            </a:r>
            <a:r>
              <a:rPr lang="pt-BR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2025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36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objetivo </a:t>
            </a: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desta</a:t>
            </a:r>
            <a:r>
              <a:rPr lang="pt-BR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apresentação é mostrar o funcionamento do sistema de pedidos em Python e discutir sua aplicação prática. ….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Item 1:</a:t>
            </a:r>
            <a: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Estrutura do sistema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Item:</a:t>
            </a:r>
            <a:r>
              <a:rPr lang="pt-BR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Funcionalidades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Item:</a:t>
            </a:r>
            <a: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Benefícios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Item: </a:t>
            </a:r>
            <a: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22575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Item: </a:t>
            </a:r>
            <a: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eferências </a:t>
            </a:r>
            <a:endParaRPr sz="12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1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pt-BR" sz="1600">
                <a:solidFill>
                  <a:schemeClr val="dk1"/>
                </a:solidFill>
              </a:rPr>
              <a:t>Pedidos organizados em filas.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Poppins"/>
              <a:buChar char="●"/>
            </a:pPr>
            <a:r>
              <a:rPr lang="pt-BR" sz="1600">
                <a:solidFill>
                  <a:schemeClr val="dk1"/>
                </a:solidFill>
              </a:rPr>
              <a:t>Filtro por status.</a:t>
            </a:r>
            <a:endParaRPr sz="16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5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Estrutura do Sistema de Pedidos</a:t>
            </a:r>
            <a:endParaRPr sz="15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Tia Lu delivery - SP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/>
          <a:srcRect r="42333"/>
          <a:stretch/>
        </p:blipFill>
        <p:spPr>
          <a:xfrm>
            <a:off x="3884960" y="1332975"/>
            <a:ext cx="2669970" cy="298320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930" y="1332975"/>
            <a:ext cx="2370889" cy="29832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9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Funcionalidades</a:t>
            </a:r>
            <a:endParaRPr sz="23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274100" y="1271672"/>
            <a:ext cx="4425900" cy="28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pt-BR" sz="1500" dirty="0">
                <a:latin typeface="Poppins"/>
                <a:ea typeface="Poppins"/>
                <a:cs typeface="Poppins"/>
                <a:sym typeface="Poppins"/>
              </a:rPr>
              <a:t>Cadastro de itens no cardápio.</a:t>
            </a:r>
            <a:br>
              <a:rPr lang="pt-BR" sz="1500" dirty="0">
                <a:latin typeface="Poppins"/>
                <a:ea typeface="Poppins"/>
                <a:cs typeface="Poppins"/>
                <a:sym typeface="Poppins"/>
              </a:rPr>
            </a:br>
            <a:endParaRPr sz="15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pt-BR" sz="1500" dirty="0">
                <a:latin typeface="Poppins"/>
                <a:ea typeface="Poppins"/>
                <a:cs typeface="Poppins"/>
                <a:sym typeface="Poppins"/>
              </a:rPr>
              <a:t>Registro de novos pedidos.</a:t>
            </a:r>
            <a:br>
              <a:rPr lang="pt-BR" sz="1500" dirty="0">
                <a:latin typeface="Poppins"/>
                <a:ea typeface="Poppins"/>
                <a:cs typeface="Poppins"/>
                <a:sym typeface="Poppins"/>
              </a:rPr>
            </a:br>
            <a:endParaRPr sz="15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pt-BR" sz="1500" dirty="0">
                <a:latin typeface="Poppins"/>
                <a:ea typeface="Poppins"/>
                <a:cs typeface="Poppins"/>
                <a:sym typeface="Poppins"/>
              </a:rPr>
              <a:t>Atualização de status em cada etapa.</a:t>
            </a:r>
            <a:br>
              <a:rPr lang="pt-BR" sz="1500" dirty="0">
                <a:latin typeface="Poppins"/>
                <a:ea typeface="Poppins"/>
                <a:cs typeface="Poppins"/>
                <a:sym typeface="Poppins"/>
              </a:rPr>
            </a:br>
            <a:endParaRPr sz="15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pt-BR" sz="1500" dirty="0">
                <a:latin typeface="Poppins"/>
                <a:ea typeface="Poppins"/>
                <a:cs typeface="Poppins"/>
                <a:sym typeface="Poppins"/>
              </a:rPr>
              <a:t>Visualização clara do fluxo de pedidos.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Tia Lu delivey SP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331" y="1010963"/>
            <a:ext cx="3621638" cy="332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Benefícios e Aplicações</a:t>
            </a:r>
            <a:endParaRPr sz="22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225225" y="1370488"/>
            <a:ext cx="4512300" cy="29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Organização e automação do processo de pedidos.</a:t>
            </a:r>
            <a:br>
              <a:rPr lang="pt-BR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Redução de erros manuais.</a:t>
            </a:r>
            <a:br>
              <a:rPr lang="pt-BR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Facilidade no gerenciamento para restaurantes.</a:t>
            </a:r>
            <a:br>
              <a:rPr lang="pt-BR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Título da Apresentação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058" y="1227396"/>
            <a:ext cx="396240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160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pt-BR" sz="1500">
                <a:latin typeface="Poppins"/>
                <a:ea typeface="Poppins"/>
                <a:cs typeface="Poppins"/>
                <a:sym typeface="Poppins"/>
              </a:rPr>
              <a:t>Desenvolver esse sistema de pedidos em Python foi uma experiência que me ajudou a entender melhor o uso de filas e como elas podem organizar processos de forma prática, ajudou também a desenvolver o meu raciocinio e logica na programação em python. Mesmo sendo um projeto acadêmico, percebo que ele tem potencial para ser aplicado em situações reais, como em restaurantes e serviços de delivery. Além disso, abre espaço para evoluir, por exemplo, criando uma interface gráfica ou integrando com plataformas online, o que tornaria o sistema ainda mais útil e moderno.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sz="32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marR="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Tia Lu delivery SP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Poppins"/>
              <a:buChar char="●"/>
            </a:pPr>
            <a:r>
              <a:rPr lang="pt-BR" sz="1700">
                <a:latin typeface="Poppins"/>
                <a:ea typeface="Poppins"/>
                <a:cs typeface="Poppins"/>
                <a:sym typeface="Poppins"/>
              </a:rPr>
              <a:t>Curso Python “Curso em Vídeo” de Gustavo Guanabara — playlist de vídeos no YouTube.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Poppins"/>
              <a:buChar char="●"/>
            </a:pPr>
            <a:r>
              <a:rPr lang="pt-BR" sz="1700">
                <a:latin typeface="Poppins"/>
                <a:ea typeface="Poppins"/>
                <a:cs typeface="Poppins"/>
                <a:sym typeface="Poppins"/>
              </a:rPr>
              <a:t>https://www.youtube.com/watch?v=xEKo29OWILE</a:t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sz="3200" b="1" i="0" u="none" strike="noStrike" cap="non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2439550" y="4653975"/>
            <a:ext cx="4326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Tia Lu delivery SP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295</Words>
  <Application>Microsoft Office PowerPoint</Application>
  <PresentationFormat>Apresentação na tela (16:9)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Poppins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Samily Sena</dc:creator>
  <cp:lastModifiedBy>Samily Oliveira de Sena</cp:lastModifiedBy>
  <cp:revision>2</cp:revision>
  <dcterms:modified xsi:type="dcterms:W3CDTF">2025-09-27T20:39:14Z</dcterms:modified>
</cp:coreProperties>
</file>